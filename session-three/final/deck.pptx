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Meridian Innovation Summit — Program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Innovation Programs Team</a:t>
            </a:r>
          </a:p>
          <a:p>
            <a:pPr lvl="0"/>
            <a:r>
              <a:rPr/>
              <a:t>Briefing prepared for Alex Chen, COO</a:t>
            </a:r>
          </a:p>
          <a:p>
            <a:pPr lvl="0"/>
            <a:r>
              <a:rPr/>
              <a:t>Decision requested: approve the one-day, three-track program shape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TL;DR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We recommend a one-day, three-track Innovation Summit</a:t>
            </a:r>
          </a:p>
          <a:p>
            <a:pPr lvl="0"/>
            <a:r>
              <a:rPr/>
              <a:t>Three tracks anchor the highest-signal themes from speakers and stakeholders: Platform Engineering Pragmatism, Production AI, Reliability and Security</a:t>
            </a:r>
          </a:p>
          <a:p>
            <a:pPr lvl="0"/>
            <a:r>
              <a:rPr/>
              <a:t>We need your approval and three named curators within two weeks to lock the program by quarter end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We recommend running the inaugural Innovation Summit as a single day with three parallel tracks</a:t>
            </a:r>
          </a:p>
          <a:p>
            <a:pPr lvl="0"/>
            <a:r>
              <a:rPr/>
              <a:t>Each track is anchored to one of the three highest-signal themes from our submission and stakeholder synthesis</a:t>
            </a:r>
          </a:p>
          <a:p>
            <a:pPr lvl="0"/>
            <a:r>
              <a:rPr/>
              <a:t>A 30-minute lightning-talk block in the late afternoon surfaces the strongest Developer Experience and Engineering Leadership content without forcing a fourth track</a:t>
            </a:r>
          </a:p>
          <a:p>
            <a:pPr lvl="0"/>
            <a:r>
              <a:rPr/>
              <a:t>We are asking you to approve this program shape so curation can lock the final session list within two weeks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this program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Submissions and stakeholders point the same way — two-thirds of the 30 cleaned submissions cluster into the three named themes, and stakeholder interviews named the same three</a:t>
            </a:r>
          </a:p>
          <a:p>
            <a:pPr lvl="0"/>
            <a:r>
              <a:rPr/>
              <a:t>This shape matches how attendees actually wayfind — three theme-locked tracks let an attendee pick a track and stay; mixing themes inside tracks adds load without surfacing more content</a:t>
            </a:r>
          </a:p>
          <a:p>
            <a:pPr lvl="0"/>
            <a:r>
              <a:rPr/>
              <a:t>Running it teaches us which of the three themes draws the strongest day-of attendance, and whether the lightning block is the right home for cross-cutting content — both inform Year 2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Themes (program tracks)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Track A — Platform engineering pragmatism</a:t>
            </a:r>
            <a:r>
              <a:rPr/>
              <a:t>: field-tested patterns for shipping internal platforms in realistic timelines (serves senior engineers and engineering leaders)</a:t>
            </a:r>
          </a:p>
          <a:p>
            <a:pPr lvl="0"/>
            <a:r>
              <a:rPr b="1"/>
              <a:t>Track B — Production AI that survives contact with reality</a:t>
            </a:r>
            <a:r>
              <a:rPr/>
              <a:t>: evaluation, monitoring, drift, and cost for AI features in production (serves AI feature owners)</a:t>
            </a:r>
          </a:p>
          <a:p>
            <a:pPr lvl="0"/>
            <a:r>
              <a:rPr b="1"/>
              <a:t>Track C — Reliability and security as everyday practice</a:t>
            </a:r>
            <a:r>
              <a:rPr/>
              <a:t>: small, continuous reliability and security work embedded in product teams (serves SREs and security engineers)</a:t>
            </a:r>
          </a:p>
          <a:p>
            <a:pPr lvl="0"/>
            <a:r>
              <a:rPr b="1"/>
              <a:t>Lightning block — Developer Experience + Engineering Leadership</a:t>
            </a:r>
            <a:r>
              <a:rPr/>
              <a:t>: the strongest sessions on onboarding, internal APIs, refactoring, and leadership in non-hypergrowth orgs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Event timeline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200"/>
                <a:gridCol w="2413000"/>
                <a:gridCol w="1943100"/>
                <a:gridCol w="2794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Track A: Platform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Track B: Production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Track C: Reliability and security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9:00–10:00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Opening keynote (all-hands)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(all-hands)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(all-hands)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10:15–11:00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S003 Tanaka — IDP without runway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S005 Eriksson — RAG that doesn’t rot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S004 Ortiz — Threat modeling for product teams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11:15–12:00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S001 Ramaswamy — Event-driven past 10k req/s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S027 Hadid — Internal AI platforms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S014 Reyes — SLO-driven development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12:00–13:00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Lunch (all-hands)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(all-hands)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(all-hands)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13:00–13:45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S006 Wright — Off the 12-year monolith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S010 Park — Feature stores teams use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S008 Subramanian — Incident reviews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14:00–14:45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S021 Vega — Platform in non-tech-first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S019 Park — LLMs for clinical-adjacent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S015 Wu — Multi-region active-active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15:00–15:45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S018 Iyer — Postgres without a maintenance window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S030 Brooks — Model monitoring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S023 Watanabe — Chaos in regulated environments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16:00–16:30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Lightning block (all-hands) — DX &amp; Eng Leadership: Karras, Adebayo, Lin (3 × 10 min)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(all-hands)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(all-hands)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16:30–17:00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Closing recap &amp; next steps (all-hands)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(all-hands)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(all-hands)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Risks + What we need from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Risks</a:t>
            </a:r>
          </a:p>
          <a:p>
            <a:pPr lvl="0"/>
            <a:r>
              <a:rPr/>
              <a:t>Under-serving Developer Experience and Engineering Leadership content beyond the lightning block — accepted tradeoff for Year 1</a:t>
            </a:r>
          </a:p>
          <a:p>
            <a:pPr lvl="0"/>
            <a:r>
              <a:rPr/>
              <a:t>One day means hard curation choices: 15 slots vs ~30 strong submissions</a:t>
            </a:r>
          </a:p>
          <a:p>
            <a:pPr lvl="0" indent="0" marL="0">
              <a:buNone/>
            </a:pPr>
            <a:r>
              <a:rPr b="1"/>
              <a:t>What we need from you (Alex)</a:t>
            </a:r>
          </a:p>
          <a:p>
            <a:pPr lvl="0"/>
            <a:r>
              <a:rPr b="1"/>
              <a:t>Approve</a:t>
            </a:r>
            <a:r>
              <a:rPr/>
              <a:t> the one-day, three-track program shape</a:t>
            </a:r>
          </a:p>
          <a:p>
            <a:pPr lvl="0"/>
            <a:r>
              <a:rPr b="1"/>
              <a:t>Assign</a:t>
            </a:r>
            <a:r>
              <a:rPr/>
              <a:t> one curator per track by end of next week</a:t>
            </a:r>
          </a:p>
          <a:p>
            <a:pPr lvl="0"/>
            <a:r>
              <a:rPr b="1"/>
              <a:t>Confirm</a:t>
            </a:r>
            <a:r>
              <a:rPr/>
              <a:t> the lightning-block format as 3 × 10 min (recommended)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2026-05-06T14:24:19Z</dcterms:created>
  <dcterms:modified xsi:type="dcterms:W3CDTF">2026-05-06T14:24:19Z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